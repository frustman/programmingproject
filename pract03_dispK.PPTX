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62" r:id="rId3"/>
    <p:sldId id="264" r:id="rId4"/>
    <p:sldId id="263" r:id="rId5"/>
  </p:sldIdLst>
  <p:sldSz cx="9144000" cy="6858000" type="screen4x3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42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C92E936E-340F-430E-A895-70960150F120}" type="datetimeFigureOut">
              <a:rPr lang="ko-KR" altLang="en-US" smtClean="0"/>
              <a:t>2019-09-10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C2FD3C3B-1E80-44C4-AC61-40A1584972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855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FD3C3B-1E80-44C4-AC61-40A15849729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705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099972-F9DC-416E-9FB5-83E346F25408}" type="slidenum">
              <a:rPr lang="ko-KR" altLang="ko-KR"/>
              <a:pPr/>
              <a:t>2</a:t>
            </a:fld>
            <a:endParaRPr lang="ko-KR" altLang="ko-KR"/>
          </a:p>
        </p:txBody>
      </p:sp>
      <p:sp>
        <p:nvSpPr>
          <p:cNvPr id="33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0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472BB4-0FE7-4644-A1D5-9E8A9F1E1BE0}" type="slidenum">
              <a:rPr lang="ko-KR" altLang="ko-KR"/>
              <a:pPr/>
              <a:t>4</a:t>
            </a:fld>
            <a:endParaRPr lang="ko-KR" altLang="ko-KR"/>
          </a:p>
        </p:txBody>
      </p:sp>
      <p:sp>
        <p:nvSpPr>
          <p:cNvPr id="330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86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58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23587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latinLnBrk="0"/>
              <a:endParaRPr kumimoji="0" lang="ko-KR" altLang="en-US" sz="2400">
                <a:latin typeface="Tahoma" pitchFamily="34" charset="0"/>
              </a:endParaRPr>
            </a:p>
          </p:txBody>
        </p:sp>
        <p:grpSp>
          <p:nvGrpSpPr>
            <p:cNvPr id="323588" name="Group 4"/>
            <p:cNvGrpSpPr>
              <a:grpSpLocks/>
            </p:cNvGrpSpPr>
            <p:nvPr userDrawn="1"/>
          </p:nvGrpSpPr>
          <p:grpSpPr bwMode="auto">
            <a:xfrm>
              <a:off x="0" y="296"/>
              <a:ext cx="5760" cy="1989"/>
              <a:chOff x="0" y="296"/>
              <a:chExt cx="5760" cy="1989"/>
            </a:xfrm>
          </p:grpSpPr>
          <p:sp>
            <p:nvSpPr>
              <p:cNvPr id="323589" name="Rectangle 5"/>
              <p:cNvSpPr>
                <a:spLocks noChangeArrowheads="1"/>
              </p:cNvSpPr>
              <p:nvPr userDrawn="1"/>
            </p:nvSpPr>
            <p:spPr bwMode="auto">
              <a:xfrm>
                <a:off x="357" y="2236"/>
                <a:ext cx="5403" cy="49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latinLnBrk="0"/>
                <a:endParaRPr kumimoji="0" lang="ko-KR" altLang="en-US" sz="2400">
                  <a:latin typeface="Tahoma" pitchFamily="34" charset="0"/>
                </a:endParaRPr>
              </a:p>
            </p:txBody>
          </p:sp>
          <p:grpSp>
            <p:nvGrpSpPr>
              <p:cNvPr id="323590" name="Group 6"/>
              <p:cNvGrpSpPr>
                <a:grpSpLocks/>
              </p:cNvGrpSpPr>
              <p:nvPr userDrawn="1"/>
            </p:nvGrpSpPr>
            <p:grpSpPr bwMode="auto">
              <a:xfrm>
                <a:off x="0" y="296"/>
                <a:ext cx="5760" cy="1989"/>
                <a:chOff x="0" y="300"/>
                <a:chExt cx="5760" cy="1989"/>
              </a:xfrm>
            </p:grpSpPr>
            <p:grpSp>
              <p:nvGrpSpPr>
                <p:cNvPr id="323591" name="Group 7"/>
                <p:cNvGrpSpPr>
                  <a:grpSpLocks/>
                </p:cNvGrpSpPr>
                <p:nvPr userDrawn="1"/>
              </p:nvGrpSpPr>
              <p:grpSpPr bwMode="auto">
                <a:xfrm>
                  <a:off x="0" y="300"/>
                  <a:ext cx="1445" cy="1989"/>
                  <a:chOff x="361" y="672"/>
                  <a:chExt cx="1445" cy="1989"/>
                </a:xfrm>
              </p:grpSpPr>
              <p:sp>
                <p:nvSpPr>
                  <p:cNvPr id="323592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361" y="2257"/>
                    <a:ext cx="363" cy="404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593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1081" y="1065"/>
                    <a:ext cx="362" cy="405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594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1437" y="672"/>
                    <a:ext cx="369" cy="400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595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1437" y="1065"/>
                    <a:ext cx="369" cy="405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596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719" y="1464"/>
                    <a:ext cx="368" cy="399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597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1081" y="1464"/>
                    <a:ext cx="362" cy="399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598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61" y="1857"/>
                    <a:ext cx="363" cy="406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599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719" y="1857"/>
                    <a:ext cx="368" cy="406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</p:grpSp>
            <p:sp>
              <p:nvSpPr>
                <p:cNvPr id="323600" name="Rectangle 16"/>
                <p:cNvSpPr>
                  <a:spLocks noChangeArrowheads="1"/>
                </p:cNvSpPr>
                <p:nvPr userDrawn="1"/>
              </p:nvSpPr>
              <p:spPr bwMode="auto">
                <a:xfrm>
                  <a:off x="1446" y="1049"/>
                  <a:ext cx="4314" cy="49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latinLnBrk="0"/>
                  <a:endParaRPr kumimoji="0" lang="ko-KR" altLang="en-US" sz="2400">
                    <a:latin typeface="Tahoma" pitchFamily="34" charset="0"/>
                  </a:endParaRPr>
                </a:p>
              </p:txBody>
            </p:sp>
          </p:grpSp>
        </p:grpSp>
      </p:grpSp>
      <p:sp>
        <p:nvSpPr>
          <p:cNvPr id="323601" name="Rectangle 17"/>
          <p:cNvSpPr>
            <a:spLocks noChangeArrowheads="1"/>
          </p:cNvSpPr>
          <p:nvPr/>
        </p:nvSpPr>
        <p:spPr bwMode="auto">
          <a:xfrm>
            <a:off x="0" y="1747838"/>
            <a:ext cx="582613" cy="6334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0"/>
            <a:endParaRPr kumimoji="0" lang="ko-KR" altLang="en-US" sz="2400">
              <a:latin typeface="Tahoma" pitchFamily="34" charset="0"/>
            </a:endParaRPr>
          </a:p>
        </p:txBody>
      </p:sp>
      <p:sp>
        <p:nvSpPr>
          <p:cNvPr id="323602" name="Rectangle 18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FB30EDBD-1C2D-4C1E-B459-B60219FAB484}" type="datetimeFigureOut">
              <a:rPr lang="ko-KR" altLang="en-US" smtClean="0"/>
              <a:t>2019-09-10</a:t>
            </a:fld>
            <a:endParaRPr lang="ko-KR" altLang="en-US"/>
          </a:p>
        </p:txBody>
      </p:sp>
      <p:sp>
        <p:nvSpPr>
          <p:cNvPr id="323603" name="Rectangle 19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323604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23605" name="Rectangle 21"/>
          <p:cNvSpPr>
            <a:spLocks noGrp="1" noChangeArrowheads="1"/>
          </p:cNvSpPr>
          <p:nvPr>
            <p:ph type="ctrTitle"/>
          </p:nvPr>
        </p:nvSpPr>
        <p:spPr>
          <a:xfrm>
            <a:off x="1763713" y="1773238"/>
            <a:ext cx="7227887" cy="1727200"/>
          </a:xfr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ko-KR" altLang="en-US" noProof="0" smtClean="0"/>
              <a:t>마스터 제목 스타일 편집</a:t>
            </a:r>
          </a:p>
        </p:txBody>
      </p:sp>
      <p:sp>
        <p:nvSpPr>
          <p:cNvPr id="323606" name="Rectangle 22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005263"/>
            <a:ext cx="6019800" cy="2014537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 b="1"/>
            </a:lvl1pPr>
          </a:lstStyle>
          <a:p>
            <a:pPr lvl="0"/>
            <a:r>
              <a:rPr lang="ko-KR" altLang="en-US" noProof="0" smtClean="0"/>
              <a:t>마스터 부제목 스타일 편집</a:t>
            </a:r>
          </a:p>
        </p:txBody>
      </p:sp>
      <p:grpSp>
        <p:nvGrpSpPr>
          <p:cNvPr id="323607" name="Group 23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23608" name="Rectangle 24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latinLnBrk="0"/>
              <a:endParaRPr kumimoji="0" lang="ko-KR" altLang="en-US" sz="2400">
                <a:latin typeface="Tahoma" pitchFamily="34" charset="0"/>
              </a:endParaRPr>
            </a:p>
          </p:txBody>
        </p:sp>
        <p:grpSp>
          <p:nvGrpSpPr>
            <p:cNvPr id="323609" name="Group 25"/>
            <p:cNvGrpSpPr>
              <a:grpSpLocks/>
            </p:cNvGrpSpPr>
            <p:nvPr userDrawn="1"/>
          </p:nvGrpSpPr>
          <p:grpSpPr bwMode="auto">
            <a:xfrm>
              <a:off x="0" y="296"/>
              <a:ext cx="5760" cy="1989"/>
              <a:chOff x="0" y="296"/>
              <a:chExt cx="5760" cy="1989"/>
            </a:xfrm>
          </p:grpSpPr>
          <p:sp>
            <p:nvSpPr>
              <p:cNvPr id="323610" name="Rectangle 26"/>
              <p:cNvSpPr>
                <a:spLocks noChangeArrowheads="1"/>
              </p:cNvSpPr>
              <p:nvPr userDrawn="1"/>
            </p:nvSpPr>
            <p:spPr bwMode="auto">
              <a:xfrm>
                <a:off x="357" y="2236"/>
                <a:ext cx="5403" cy="49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latinLnBrk="0"/>
                <a:endParaRPr kumimoji="0" lang="ko-KR" altLang="en-US" sz="2400">
                  <a:latin typeface="Tahoma" pitchFamily="34" charset="0"/>
                </a:endParaRPr>
              </a:p>
            </p:txBody>
          </p:sp>
          <p:grpSp>
            <p:nvGrpSpPr>
              <p:cNvPr id="323611" name="Group 27"/>
              <p:cNvGrpSpPr>
                <a:grpSpLocks/>
              </p:cNvGrpSpPr>
              <p:nvPr userDrawn="1"/>
            </p:nvGrpSpPr>
            <p:grpSpPr bwMode="auto">
              <a:xfrm>
                <a:off x="0" y="296"/>
                <a:ext cx="5760" cy="1989"/>
                <a:chOff x="0" y="300"/>
                <a:chExt cx="5760" cy="1989"/>
              </a:xfrm>
            </p:grpSpPr>
            <p:grpSp>
              <p:nvGrpSpPr>
                <p:cNvPr id="323612" name="Group 28"/>
                <p:cNvGrpSpPr>
                  <a:grpSpLocks/>
                </p:cNvGrpSpPr>
                <p:nvPr userDrawn="1"/>
              </p:nvGrpSpPr>
              <p:grpSpPr bwMode="auto">
                <a:xfrm>
                  <a:off x="0" y="300"/>
                  <a:ext cx="1445" cy="1989"/>
                  <a:chOff x="361" y="672"/>
                  <a:chExt cx="1445" cy="1989"/>
                </a:xfrm>
              </p:grpSpPr>
              <p:sp>
                <p:nvSpPr>
                  <p:cNvPr id="323613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361" y="2257"/>
                    <a:ext cx="363" cy="404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614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1081" y="1065"/>
                    <a:ext cx="362" cy="405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615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1437" y="672"/>
                    <a:ext cx="369" cy="400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616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1437" y="1065"/>
                    <a:ext cx="369" cy="405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617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719" y="1464"/>
                    <a:ext cx="368" cy="399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618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1081" y="1464"/>
                    <a:ext cx="362" cy="399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619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361" y="1857"/>
                    <a:ext cx="363" cy="406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  <p:sp>
                <p:nvSpPr>
                  <p:cNvPr id="323620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719" y="1857"/>
                    <a:ext cx="368" cy="406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ahoma" pitchFamily="34" charset="0"/>
                    </a:endParaRPr>
                  </a:p>
                </p:txBody>
              </p:sp>
            </p:grpSp>
            <p:sp>
              <p:nvSpPr>
                <p:cNvPr id="323621" name="Rectangle 37"/>
                <p:cNvSpPr>
                  <a:spLocks noChangeArrowheads="1"/>
                </p:cNvSpPr>
                <p:nvPr userDrawn="1"/>
              </p:nvSpPr>
              <p:spPr bwMode="auto">
                <a:xfrm>
                  <a:off x="1446" y="1049"/>
                  <a:ext cx="4314" cy="49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latinLnBrk="0"/>
                  <a:endParaRPr kumimoji="0" lang="ko-KR" altLang="en-US" sz="2400">
                    <a:latin typeface="Tahoma" pitchFamily="34" charset="0"/>
                  </a:endParaRPr>
                </a:p>
              </p:txBody>
            </p:sp>
          </p:grpSp>
        </p:grpSp>
      </p:grpSp>
      <p:grpSp>
        <p:nvGrpSpPr>
          <p:cNvPr id="323622" name="Group 38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23623" name="Rectangle 39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latinLnBrk="0"/>
              <a:endParaRPr kumimoji="0" lang="ko-KR" altLang="en-US" sz="2400">
                <a:latin typeface="Times New Roman" pitchFamily="18" charset="0"/>
              </a:endParaRPr>
            </a:p>
          </p:txBody>
        </p:sp>
        <p:grpSp>
          <p:nvGrpSpPr>
            <p:cNvPr id="323624" name="Group 40"/>
            <p:cNvGrpSpPr>
              <a:grpSpLocks/>
            </p:cNvGrpSpPr>
            <p:nvPr userDrawn="1"/>
          </p:nvGrpSpPr>
          <p:grpSpPr bwMode="auto">
            <a:xfrm>
              <a:off x="0" y="296"/>
              <a:ext cx="5760" cy="1989"/>
              <a:chOff x="0" y="296"/>
              <a:chExt cx="5760" cy="1989"/>
            </a:xfrm>
          </p:grpSpPr>
          <p:sp>
            <p:nvSpPr>
              <p:cNvPr id="323625" name="Rectangle 41"/>
              <p:cNvSpPr>
                <a:spLocks noChangeArrowheads="1"/>
              </p:cNvSpPr>
              <p:nvPr userDrawn="1"/>
            </p:nvSpPr>
            <p:spPr bwMode="auto">
              <a:xfrm>
                <a:off x="357" y="2236"/>
                <a:ext cx="5403" cy="49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latinLnBrk="0"/>
                <a:endParaRPr kumimoji="0" lang="ko-KR" altLang="en-US" sz="2400">
                  <a:latin typeface="Times New Roman" pitchFamily="18" charset="0"/>
                </a:endParaRPr>
              </a:p>
            </p:txBody>
          </p:sp>
          <p:grpSp>
            <p:nvGrpSpPr>
              <p:cNvPr id="323626" name="Group 42"/>
              <p:cNvGrpSpPr>
                <a:grpSpLocks/>
              </p:cNvGrpSpPr>
              <p:nvPr userDrawn="1"/>
            </p:nvGrpSpPr>
            <p:grpSpPr bwMode="auto">
              <a:xfrm>
                <a:off x="0" y="296"/>
                <a:ext cx="5760" cy="1989"/>
                <a:chOff x="0" y="300"/>
                <a:chExt cx="5760" cy="1989"/>
              </a:xfrm>
            </p:grpSpPr>
            <p:grpSp>
              <p:nvGrpSpPr>
                <p:cNvPr id="323627" name="Group 43"/>
                <p:cNvGrpSpPr>
                  <a:grpSpLocks/>
                </p:cNvGrpSpPr>
                <p:nvPr userDrawn="1"/>
              </p:nvGrpSpPr>
              <p:grpSpPr bwMode="auto">
                <a:xfrm>
                  <a:off x="0" y="300"/>
                  <a:ext cx="1445" cy="1989"/>
                  <a:chOff x="361" y="672"/>
                  <a:chExt cx="1445" cy="1989"/>
                </a:xfrm>
              </p:grpSpPr>
              <p:sp>
                <p:nvSpPr>
                  <p:cNvPr id="323628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61" y="2257"/>
                    <a:ext cx="363" cy="404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323629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1081" y="1065"/>
                    <a:ext cx="362" cy="405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323630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1437" y="672"/>
                    <a:ext cx="369" cy="400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323631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437" y="1065"/>
                    <a:ext cx="369" cy="405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323632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719" y="1464"/>
                    <a:ext cx="368" cy="399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323633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1081" y="1464"/>
                    <a:ext cx="362" cy="399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323634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361" y="1857"/>
                    <a:ext cx="363" cy="406"/>
                  </a:xfrm>
                  <a:prstGeom prst="rect">
                    <a:avLst/>
                  </a:pr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323635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719" y="1857"/>
                    <a:ext cx="368" cy="406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latinLnBrk="0"/>
                    <a:endParaRPr kumimoji="0" lang="ko-KR" altLang="en-US" sz="2400"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323636" name="Rectangle 52"/>
                <p:cNvSpPr>
                  <a:spLocks noChangeArrowheads="1"/>
                </p:cNvSpPr>
                <p:nvPr userDrawn="1"/>
              </p:nvSpPr>
              <p:spPr bwMode="auto">
                <a:xfrm>
                  <a:off x="1446" y="1049"/>
                  <a:ext cx="4314" cy="49"/>
                </a:xfrm>
                <a:prstGeom prst="rect">
                  <a:avLst/>
                </a:prstGeom>
                <a:gradFill rotWithShape="1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latinLnBrk="0"/>
                  <a:endParaRPr kumimoji="0" lang="ko-KR" altLang="en-US" sz="2400">
                    <a:latin typeface="Times New Roman" pitchFamily="18" charset="0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B30EDBD-1C2D-4C1E-B459-B60219FAB484}" type="datetimeFigureOut">
              <a:rPr lang="ko-KR" altLang="en-US" smtClean="0"/>
              <a:t>2019-09-10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94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B30EDBD-1C2D-4C1E-B459-B60219FAB484}" type="datetimeFigureOut">
              <a:rPr lang="ko-KR" altLang="en-US" smtClean="0"/>
              <a:t>2019-09-10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551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8600" cy="48244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48244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B30EDBD-1C2D-4C1E-B459-B60219FAB484}" type="datetimeFigureOut">
              <a:rPr lang="ko-KR" altLang="en-US" smtClean="0"/>
              <a:t>2019-09-10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045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B30EDBD-1C2D-4C1E-B459-B60219FAB484}" type="datetimeFigureOut">
              <a:rPr lang="ko-KR" altLang="en-US" smtClean="0"/>
              <a:t>2019-09-10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18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B30EDBD-1C2D-4C1E-B459-B60219FAB484}" type="datetimeFigureOut">
              <a:rPr lang="ko-KR" altLang="en-US" smtClean="0"/>
              <a:t>2019-09-10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0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B30EDBD-1C2D-4C1E-B459-B60219FAB484}" type="datetimeFigureOut">
              <a:rPr lang="ko-KR" altLang="en-US" smtClean="0"/>
              <a:t>2019-09-10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530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B30EDBD-1C2D-4C1E-B459-B60219FAB484}" type="datetimeFigureOut">
              <a:rPr lang="ko-KR" altLang="en-US" smtClean="0"/>
              <a:t>2019-09-10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284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B30EDBD-1C2D-4C1E-B459-B60219FAB484}" type="datetimeFigureOut">
              <a:rPr lang="ko-KR" altLang="en-US" smtClean="0"/>
              <a:t>2019-09-10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708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B30EDBD-1C2D-4C1E-B459-B60219FAB484}" type="datetimeFigureOut">
              <a:rPr lang="ko-KR" altLang="en-US" smtClean="0"/>
              <a:t>2019-09-10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905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38925" y="260350"/>
            <a:ext cx="2058988" cy="59769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29325" cy="59769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FB30EDBD-1C2D-4C1E-B459-B60219FAB484}" type="datetimeFigureOut">
              <a:rPr lang="ko-KR" altLang="en-US" smtClean="0"/>
              <a:t>2019-09-10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739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latin typeface="+mn-ea"/>
              </a:defRPr>
            </a:lvl1pPr>
          </a:lstStyle>
          <a:p>
            <a:endParaRPr lang="ko-KR" altLang="en-US"/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+mn-ea"/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22564" name="Rectangle 4"/>
          <p:cNvSpPr>
            <a:spLocks noChangeArrowheads="1"/>
          </p:cNvSpPr>
          <p:nvPr/>
        </p:nvSpPr>
        <p:spPr bwMode="auto">
          <a:xfrm>
            <a:off x="0" y="0"/>
            <a:ext cx="285750" cy="53340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latinLnBrk="0"/>
            <a:endParaRPr kumimoji="0" lang="ko-KR" altLang="en-US" sz="2400">
              <a:latin typeface="Times New Roman" pitchFamily="18" charset="0"/>
            </a:endParaRPr>
          </a:p>
        </p:txBody>
      </p:sp>
      <p:sp>
        <p:nvSpPr>
          <p:cNvPr id="322565" name="Rectangle 5"/>
          <p:cNvSpPr>
            <a:spLocks noChangeArrowheads="1"/>
          </p:cNvSpPr>
          <p:nvPr/>
        </p:nvSpPr>
        <p:spPr bwMode="auto">
          <a:xfrm>
            <a:off x="684213" y="134938"/>
            <a:ext cx="8459787" cy="6985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0"/>
            <a:endParaRPr kumimoji="0" lang="ko-KR" altLang="en-US" sz="2400">
              <a:latin typeface="Times New Roman" pitchFamily="18" charset="0"/>
            </a:endParaRPr>
          </a:p>
        </p:txBody>
      </p:sp>
      <p:sp>
        <p:nvSpPr>
          <p:cNvPr id="322566" name="Rectangle 6"/>
          <p:cNvSpPr>
            <a:spLocks noChangeArrowheads="1"/>
          </p:cNvSpPr>
          <p:nvPr/>
        </p:nvSpPr>
        <p:spPr bwMode="auto">
          <a:xfrm>
            <a:off x="409575" y="134938"/>
            <a:ext cx="138113" cy="14128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0"/>
            <a:endParaRPr kumimoji="0" lang="ko-KR" altLang="en-US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22567" name="Rectangle 7"/>
          <p:cNvSpPr>
            <a:spLocks noChangeArrowheads="1"/>
          </p:cNvSpPr>
          <p:nvPr/>
        </p:nvSpPr>
        <p:spPr bwMode="auto">
          <a:xfrm>
            <a:off x="547688" y="0"/>
            <a:ext cx="139700" cy="1381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0"/>
            <a:endParaRPr kumimoji="0" lang="ko-KR" altLang="en-US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22568" name="Rectangle 8"/>
          <p:cNvSpPr>
            <a:spLocks noChangeArrowheads="1"/>
          </p:cNvSpPr>
          <p:nvPr/>
        </p:nvSpPr>
        <p:spPr bwMode="auto">
          <a:xfrm>
            <a:off x="547688" y="134938"/>
            <a:ext cx="139700" cy="141287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0"/>
            <a:endParaRPr kumimoji="0" lang="ko-KR" altLang="en-US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322569" name="Rectangle 9"/>
          <p:cNvSpPr>
            <a:spLocks noChangeArrowheads="1"/>
          </p:cNvSpPr>
          <p:nvPr/>
        </p:nvSpPr>
        <p:spPr bwMode="auto">
          <a:xfrm>
            <a:off x="274638" y="274638"/>
            <a:ext cx="136525" cy="13811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0"/>
            <a:endParaRPr kumimoji="0" lang="ko-KR" altLang="en-US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322570" name="Rectangle 10"/>
          <p:cNvSpPr>
            <a:spLocks noChangeArrowheads="1"/>
          </p:cNvSpPr>
          <p:nvPr/>
        </p:nvSpPr>
        <p:spPr bwMode="auto">
          <a:xfrm>
            <a:off x="131763" y="136525"/>
            <a:ext cx="141287" cy="1381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0"/>
            <a:endParaRPr kumimoji="0" lang="ko-KR" altLang="en-US" sz="2400">
              <a:latin typeface="Times New Roman" pitchFamily="18" charset="0"/>
            </a:endParaRPr>
          </a:p>
        </p:txBody>
      </p:sp>
      <p:sp>
        <p:nvSpPr>
          <p:cNvPr id="322571" name="Rectangle 11"/>
          <p:cNvSpPr>
            <a:spLocks noChangeArrowheads="1"/>
          </p:cNvSpPr>
          <p:nvPr/>
        </p:nvSpPr>
        <p:spPr bwMode="auto">
          <a:xfrm>
            <a:off x="409575" y="271463"/>
            <a:ext cx="138113" cy="13811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0"/>
            <a:endParaRPr kumimoji="0" lang="ko-KR" altLang="en-US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322572" name="Rectangle 12"/>
          <p:cNvSpPr>
            <a:spLocks noChangeArrowheads="1"/>
          </p:cNvSpPr>
          <p:nvPr/>
        </p:nvSpPr>
        <p:spPr bwMode="auto">
          <a:xfrm>
            <a:off x="274638" y="409575"/>
            <a:ext cx="136525" cy="1365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0"/>
            <a:endParaRPr kumimoji="0" lang="ko-KR" altLang="en-US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322573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2296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322574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12875"/>
            <a:ext cx="8229600" cy="4824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22575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+mn-ea"/>
              </a:defRPr>
            </a:lvl1pPr>
          </a:lstStyle>
          <a:p>
            <a:fld id="{FB30EDBD-1C2D-4C1E-B459-B60219FAB484}" type="datetimeFigureOut">
              <a:rPr lang="ko-KR" altLang="en-US" smtClean="0"/>
              <a:t>2019-09-10</a:t>
            </a:fld>
            <a:endParaRPr lang="ko-KR" altLang="en-US"/>
          </a:p>
        </p:txBody>
      </p:sp>
      <p:sp>
        <p:nvSpPr>
          <p:cNvPr id="322576" name="Rectangle 16"/>
          <p:cNvSpPr>
            <a:spLocks noChangeArrowheads="1"/>
          </p:cNvSpPr>
          <p:nvPr/>
        </p:nvSpPr>
        <p:spPr bwMode="auto">
          <a:xfrm>
            <a:off x="0" y="1268413"/>
            <a:ext cx="9144000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0"/>
            <a:endParaRPr kumimoji="0" lang="ko-KR" altLang="en-US" sz="2400">
              <a:latin typeface="Times New Roman" pitchFamily="18" charset="0"/>
            </a:endParaRPr>
          </a:p>
        </p:txBody>
      </p:sp>
      <p:sp>
        <p:nvSpPr>
          <p:cNvPr id="322577" name="Rectangle 17"/>
          <p:cNvSpPr>
            <a:spLocks noChangeArrowheads="1"/>
          </p:cNvSpPr>
          <p:nvPr/>
        </p:nvSpPr>
        <p:spPr bwMode="auto">
          <a:xfrm>
            <a:off x="0" y="1268413"/>
            <a:ext cx="9144000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0"/>
            <a:endParaRPr kumimoji="0" lang="ko-KR" altLang="en-US" sz="2400">
              <a:latin typeface="Times New Roman" pitchFamily="18" charset="0"/>
            </a:endParaRPr>
          </a:p>
        </p:txBody>
      </p:sp>
      <p:sp>
        <p:nvSpPr>
          <p:cNvPr id="322578" name="Rectangle 18"/>
          <p:cNvSpPr>
            <a:spLocks noChangeArrowheads="1"/>
          </p:cNvSpPr>
          <p:nvPr/>
        </p:nvSpPr>
        <p:spPr bwMode="auto">
          <a:xfrm>
            <a:off x="0" y="1268413"/>
            <a:ext cx="9144000" cy="71437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atinLnBrk="0"/>
            <a:endParaRPr kumimoji="0" lang="ko-KR" altLang="en-US" sz="24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Tahoma" pitchFamily="34" charset="0"/>
          <a:ea typeface="굴림" charset="-127"/>
          <a:cs typeface="Tahoma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Tahoma" pitchFamily="34" charset="0"/>
          <a:ea typeface="굴림" charset="-127"/>
          <a:cs typeface="Tahoma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Tahoma" pitchFamily="34" charset="0"/>
          <a:ea typeface="굴림" charset="-127"/>
          <a:cs typeface="Tahoma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Tahoma" pitchFamily="34" charset="0"/>
          <a:ea typeface="굴림" charset="-127"/>
          <a:cs typeface="Tahoma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Tahoma" pitchFamily="34" charset="0"/>
          <a:ea typeface="굴림" charset="-127"/>
          <a:cs typeface="Tahoma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Tahoma" pitchFamily="34" charset="0"/>
          <a:ea typeface="굴림" charset="-127"/>
          <a:cs typeface="Tahoma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Tahoma" pitchFamily="34" charset="0"/>
          <a:ea typeface="굴림" charset="-127"/>
          <a:cs typeface="Tahoma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Tahoma" pitchFamily="34" charset="0"/>
          <a:ea typeface="굴림" charset="-127"/>
          <a:cs typeface="Tahoma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2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Programming 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en-US" altLang="ko-KR" smtClean="0"/>
              <a:t>Practice </a:t>
            </a:r>
            <a:r>
              <a:rPr lang="en-US" altLang="ko-KR" smtClean="0"/>
              <a:t>03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altLang="ko-KR" dirty="0" smtClean="0"/>
              <a:t>displacement 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288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▶ </a:t>
            </a:r>
            <a:r>
              <a:rPr lang="en-US" altLang="ko-KR" dirty="0" smtClean="0"/>
              <a:t>Displacement k</a:t>
            </a:r>
            <a:endParaRPr lang="en-US" altLang="ko-KR" dirty="0"/>
          </a:p>
        </p:txBody>
      </p:sp>
      <p:sp>
        <p:nvSpPr>
          <p:cNvPr id="3317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>
              <a:lnSpc>
                <a:spcPct val="80000"/>
              </a:lnSpc>
            </a:pPr>
            <a:r>
              <a:rPr lang="ko-KR" altLang="en-US" dirty="0"/>
              <a:t>암호화 알고리즘 중에는 </a:t>
            </a:r>
            <a:r>
              <a:rPr lang="en-US" altLang="ko-KR" dirty="0"/>
              <a:t>"</a:t>
            </a:r>
            <a:r>
              <a:rPr lang="ko-KR" altLang="en-US" dirty="0" err="1"/>
              <a:t>증분</a:t>
            </a:r>
            <a:r>
              <a:rPr lang="ko-KR" altLang="en-US" dirty="0"/>
              <a:t> </a:t>
            </a:r>
            <a:r>
              <a:rPr lang="en-US" altLang="ko-KR" dirty="0"/>
              <a:t>k(displacement k)" </a:t>
            </a:r>
            <a:r>
              <a:rPr lang="ko-KR" altLang="en-US" dirty="0"/>
              <a:t>알고리즘이 있다</a:t>
            </a:r>
            <a:r>
              <a:rPr lang="en-US" altLang="ko-KR" dirty="0"/>
              <a:t>. </a:t>
            </a:r>
            <a:r>
              <a:rPr lang="ko-KR" altLang="en-US" dirty="0"/>
              <a:t>예를 들어</a:t>
            </a:r>
            <a:r>
              <a:rPr lang="en-US" altLang="ko-KR" dirty="0"/>
              <a:t>, k = 3</a:t>
            </a:r>
            <a:r>
              <a:rPr lang="ko-KR" altLang="en-US" dirty="0"/>
              <a:t>인 경우에는 각 알파벳을 </a:t>
            </a:r>
            <a:r>
              <a:rPr lang="en-US" altLang="ko-KR" dirty="0"/>
              <a:t>3</a:t>
            </a:r>
            <a:r>
              <a:rPr lang="ko-KR" altLang="en-US" dirty="0"/>
              <a:t>개 뒤로 미룬다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a</a:t>
            </a:r>
            <a:r>
              <a:rPr lang="ko-KR" altLang="en-US" dirty="0"/>
              <a:t>는 </a:t>
            </a:r>
            <a:r>
              <a:rPr lang="en-US" altLang="ko-KR" dirty="0"/>
              <a:t>d</a:t>
            </a:r>
            <a:r>
              <a:rPr lang="ko-KR" altLang="en-US" dirty="0"/>
              <a:t>로 </a:t>
            </a:r>
            <a:r>
              <a:rPr lang="en-US" altLang="ko-KR" dirty="0"/>
              <a:t>b</a:t>
            </a:r>
            <a:r>
              <a:rPr lang="ko-KR" altLang="en-US" dirty="0"/>
              <a:t>는 </a:t>
            </a:r>
            <a:r>
              <a:rPr lang="en-US" altLang="ko-KR" dirty="0"/>
              <a:t>e</a:t>
            </a:r>
            <a:r>
              <a:rPr lang="ko-KR" altLang="en-US" dirty="0"/>
              <a:t>로 변경한다</a:t>
            </a:r>
            <a:r>
              <a:rPr lang="en-US" altLang="ko-KR" dirty="0"/>
              <a:t>. z </a:t>
            </a:r>
            <a:r>
              <a:rPr lang="ko-KR" altLang="en-US" dirty="0"/>
              <a:t>다음의 알파벳은 다시 </a:t>
            </a:r>
            <a:r>
              <a:rPr lang="en-US" altLang="ko-KR" dirty="0"/>
              <a:t>a</a:t>
            </a:r>
            <a:r>
              <a:rPr lang="ko-KR" altLang="en-US" dirty="0"/>
              <a:t>가 오는 것으로 가정한다</a:t>
            </a:r>
            <a:r>
              <a:rPr lang="en-US" altLang="ko-KR" dirty="0"/>
              <a:t>. </a:t>
            </a:r>
          </a:p>
          <a:p>
            <a:pPr algn="justLow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dirty="0"/>
              <a:t>	이런 방식으로 암호화하면 </a:t>
            </a:r>
            <a:r>
              <a:rPr lang="en-US" altLang="ko-KR" dirty="0"/>
              <a:t>k = 3</a:t>
            </a:r>
            <a:r>
              <a:rPr lang="ko-KR" altLang="en-US" dirty="0"/>
              <a:t>일 때 문자열 </a:t>
            </a:r>
          </a:p>
          <a:p>
            <a:pPr lvl="2" algn="justLow">
              <a:lnSpc>
                <a:spcPct val="80000"/>
              </a:lnSpc>
              <a:buFont typeface="Wingdings" pitchFamily="2" charset="2"/>
              <a:buNone/>
            </a:pPr>
            <a:endParaRPr lang="en-US" altLang="ko-KR" sz="1800" dirty="0">
              <a:latin typeface="Lucida Console" pitchFamily="49" charset="0"/>
            </a:endParaRPr>
          </a:p>
          <a:p>
            <a:pPr lvl="2" algn="justLow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dirty="0">
                <a:latin typeface="Lucida Console" pitchFamily="49" charset="0"/>
              </a:rPr>
              <a:t>"Joy of C programming"</a:t>
            </a:r>
          </a:p>
          <a:p>
            <a:pPr lvl="2" algn="justLow">
              <a:lnSpc>
                <a:spcPct val="80000"/>
              </a:lnSpc>
              <a:buFont typeface="Wingdings" pitchFamily="2" charset="2"/>
              <a:buNone/>
            </a:pPr>
            <a:endParaRPr lang="en-US" altLang="ko-KR" sz="1800" dirty="0">
              <a:latin typeface="Lucida Console" pitchFamily="49" charset="0"/>
            </a:endParaRPr>
          </a:p>
          <a:p>
            <a:pPr algn="justLow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dirty="0"/>
              <a:t>	은 </a:t>
            </a:r>
          </a:p>
          <a:p>
            <a:pPr lvl="2" algn="justLow">
              <a:lnSpc>
                <a:spcPct val="80000"/>
              </a:lnSpc>
              <a:buFont typeface="Wingdings" pitchFamily="2" charset="2"/>
              <a:buNone/>
            </a:pPr>
            <a:endParaRPr lang="en-US" altLang="ko-KR" sz="1800" dirty="0">
              <a:latin typeface="Lucida Console" pitchFamily="49" charset="0"/>
            </a:endParaRPr>
          </a:p>
          <a:p>
            <a:pPr lvl="2" algn="justLow">
              <a:lnSpc>
                <a:spcPct val="80000"/>
              </a:lnSpc>
              <a:buFont typeface="Wingdings" pitchFamily="2" charset="2"/>
              <a:buNone/>
            </a:pPr>
            <a:r>
              <a:rPr lang="en-US" altLang="ko-KR" sz="1800" dirty="0">
                <a:latin typeface="Lucida Console" pitchFamily="49" charset="0"/>
              </a:rPr>
              <a:t>"</a:t>
            </a:r>
            <a:r>
              <a:rPr lang="en-US" altLang="ko-KR" sz="1800" dirty="0" err="1">
                <a:latin typeface="Lucida Console" pitchFamily="49" charset="0"/>
              </a:rPr>
              <a:t>Mrb</a:t>
            </a:r>
            <a:r>
              <a:rPr lang="en-US" altLang="ko-KR" sz="1800" dirty="0">
                <a:latin typeface="Lucida Console" pitchFamily="49" charset="0"/>
              </a:rPr>
              <a:t> </a:t>
            </a:r>
            <a:r>
              <a:rPr lang="en-US" altLang="ko-KR" sz="1800" dirty="0" err="1">
                <a:latin typeface="Lucida Console" pitchFamily="49" charset="0"/>
              </a:rPr>
              <a:t>ri</a:t>
            </a:r>
            <a:r>
              <a:rPr lang="en-US" altLang="ko-KR" sz="1800" dirty="0">
                <a:latin typeface="Lucida Console" pitchFamily="49" charset="0"/>
              </a:rPr>
              <a:t> F </a:t>
            </a:r>
            <a:r>
              <a:rPr lang="en-US" altLang="ko-KR" sz="1800" dirty="0" err="1">
                <a:latin typeface="Lucida Console" pitchFamily="49" charset="0"/>
              </a:rPr>
              <a:t>surjudpplqj</a:t>
            </a:r>
            <a:r>
              <a:rPr lang="en-US" altLang="ko-KR" sz="1800" dirty="0">
                <a:latin typeface="Lucida Console" pitchFamily="49" charset="0"/>
              </a:rPr>
              <a:t>"</a:t>
            </a:r>
          </a:p>
          <a:p>
            <a:pPr lvl="2" algn="justLow">
              <a:lnSpc>
                <a:spcPct val="80000"/>
              </a:lnSpc>
              <a:buFont typeface="Wingdings" pitchFamily="2" charset="2"/>
              <a:buNone/>
            </a:pPr>
            <a:endParaRPr lang="en-US" altLang="ko-KR" sz="1800" dirty="0">
              <a:latin typeface="Lucida Console" pitchFamily="49" charset="0"/>
            </a:endParaRPr>
          </a:p>
          <a:p>
            <a:pPr algn="justLow">
              <a:lnSpc>
                <a:spcPct val="80000"/>
              </a:lnSpc>
              <a:buFont typeface="Wingdings" pitchFamily="2" charset="2"/>
              <a:buNone/>
            </a:pPr>
            <a:r>
              <a:rPr lang="ko-KR" altLang="en-US" dirty="0"/>
              <a:t>	이 된다</a:t>
            </a:r>
            <a:r>
              <a:rPr lang="en-US" altLang="ko-KR" dirty="0"/>
              <a:t>. </a:t>
            </a:r>
            <a:r>
              <a:rPr lang="ko-KR" altLang="en-US" dirty="0"/>
              <a:t>사용자로부터 </a:t>
            </a:r>
            <a:r>
              <a:rPr lang="en-US" altLang="ko-KR" dirty="0"/>
              <a:t>k</a:t>
            </a:r>
            <a:r>
              <a:rPr lang="ko-KR" altLang="en-US" dirty="0"/>
              <a:t>를 </a:t>
            </a:r>
            <a:r>
              <a:rPr lang="ko-KR" altLang="en-US" dirty="0" err="1"/>
              <a:t>입력받은</a:t>
            </a:r>
            <a:r>
              <a:rPr lang="ko-KR" altLang="en-US" dirty="0"/>
              <a:t> 후 그 다음 행부터 주어지는 문자열을 암호화하는 </a:t>
            </a:r>
            <a:r>
              <a:rPr lang="ko-KR" altLang="en-US" dirty="0" err="1"/>
              <a:t>증분</a:t>
            </a:r>
            <a:r>
              <a:rPr lang="ko-KR" altLang="en-US" dirty="0"/>
              <a:t> </a:t>
            </a:r>
            <a:r>
              <a:rPr lang="en-US" altLang="ko-KR" dirty="0"/>
              <a:t>k </a:t>
            </a:r>
            <a:r>
              <a:rPr lang="ko-KR" altLang="en-US" dirty="0"/>
              <a:t>암호화 프로그램을 작성하라</a:t>
            </a:r>
            <a:r>
              <a:rPr lang="en-US" altLang="ko-KR" dirty="0"/>
              <a:t>. k</a:t>
            </a:r>
            <a:r>
              <a:rPr lang="ko-KR" altLang="en-US" dirty="0"/>
              <a:t>는 </a:t>
            </a:r>
            <a:r>
              <a:rPr lang="en-US" altLang="ko-KR" dirty="0"/>
              <a:t>0</a:t>
            </a:r>
            <a:r>
              <a:rPr lang="ko-KR" altLang="en-US" dirty="0"/>
              <a:t>이상 </a:t>
            </a:r>
            <a:r>
              <a:rPr lang="en-US" altLang="ko-KR" dirty="0"/>
              <a:t>25</a:t>
            </a:r>
            <a:r>
              <a:rPr lang="ko-KR" altLang="en-US" dirty="0"/>
              <a:t>이하의 수라고 가정하자</a:t>
            </a:r>
            <a:r>
              <a:rPr lang="en-US" altLang="ko-KR" dirty="0"/>
              <a:t>.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E7AF7A-3F2D-4468-96D5-D08353B36875}" type="slidenum">
              <a:rPr lang="ko-KR" altLang="en-US"/>
              <a:pPr/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917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▶ </a:t>
            </a:r>
            <a:r>
              <a:rPr lang="en-US" altLang="ko-KR" dirty="0"/>
              <a:t>Displacement 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문장에서 알파벳 이외의 문자는 제외하고 알파벳에만 적용한다</a:t>
            </a:r>
            <a:r>
              <a:rPr lang="en-US" altLang="ko-KR" dirty="0" smtClean="0"/>
              <a:t> </a:t>
            </a:r>
            <a:r>
              <a:rPr lang="en-US" altLang="ko-KR" dirty="0" smtClean="0">
                <a:latin typeface="바탕" panose="02030600000101010101" pitchFamily="18" charset="-127"/>
                <a:ea typeface="바탕" panose="02030600000101010101" pitchFamily="18" charset="-127"/>
              </a:rPr>
              <a:t>→ </a:t>
            </a:r>
            <a:r>
              <a:rPr lang="ko-KR" altLang="en-US" dirty="0" smtClean="0"/>
              <a:t>함수 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isalpha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c);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 가능</a:t>
            </a:r>
            <a:endParaRPr lang="en-US" altLang="ko-KR" dirty="0" smtClean="0"/>
          </a:p>
          <a:p>
            <a:r>
              <a:rPr lang="ko-KR" altLang="en-US" dirty="0" smtClean="0"/>
              <a:t>이때 소문자 </a:t>
            </a:r>
            <a:r>
              <a:rPr lang="en-US" altLang="ko-KR" dirty="0"/>
              <a:t>z</a:t>
            </a:r>
            <a:r>
              <a:rPr lang="en-US" altLang="ko-KR" dirty="0" smtClean="0"/>
              <a:t> </a:t>
            </a:r>
            <a:r>
              <a:rPr lang="ko-KR" altLang="en-US" dirty="0" smtClean="0"/>
              <a:t>다음은 </a:t>
            </a:r>
            <a:r>
              <a:rPr lang="en-US" altLang="ko-KR" dirty="0" smtClean="0"/>
              <a:t>a</a:t>
            </a:r>
            <a:r>
              <a:rPr lang="ko-KR" altLang="en-US" dirty="0" smtClean="0"/>
              <a:t>가 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대문자 </a:t>
            </a:r>
            <a:r>
              <a:rPr lang="en-US" altLang="ko-KR" dirty="0" smtClean="0"/>
              <a:t>Z </a:t>
            </a:r>
            <a:r>
              <a:rPr lang="ko-KR" altLang="en-US" dirty="0" smtClean="0"/>
              <a:t>다음은 </a:t>
            </a:r>
            <a:r>
              <a:rPr lang="en-US" altLang="ko-KR" dirty="0" smtClean="0"/>
              <a:t>A</a:t>
            </a:r>
            <a:r>
              <a:rPr lang="ko-KR" altLang="en-US" dirty="0" smtClean="0"/>
              <a:t>가 된다</a:t>
            </a:r>
            <a:r>
              <a:rPr lang="en-US" altLang="ko-KR" dirty="0"/>
              <a:t> </a:t>
            </a:r>
            <a:r>
              <a:rPr lang="en-US" altLang="ko-KR" dirty="0">
                <a:latin typeface="바탕" panose="02030600000101010101" pitchFamily="18" charset="-127"/>
                <a:ea typeface="바탕" panose="02030600000101010101" pitchFamily="18" charset="-127"/>
              </a:rPr>
              <a:t>→ </a:t>
            </a:r>
            <a:r>
              <a:rPr lang="en-US" altLang="ko-KR" dirty="0" smtClean="0"/>
              <a:t>modulo </a:t>
            </a:r>
            <a:r>
              <a:rPr lang="ko-KR" altLang="en-US" dirty="0" smtClean="0"/>
              <a:t>연산</a:t>
            </a:r>
            <a:r>
              <a:rPr lang="en-US" altLang="ko-KR" dirty="0" smtClean="0"/>
              <a:t> % </a:t>
            </a:r>
            <a:r>
              <a:rPr lang="ko-KR" altLang="en-US" dirty="0" smtClean="0"/>
              <a:t>사용 가능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 </a:t>
            </a:r>
            <a:r>
              <a:rPr lang="ko-KR" altLang="en-US" dirty="0" smtClean="0"/>
              <a:t>예</a:t>
            </a:r>
            <a:r>
              <a:rPr lang="en-US" altLang="ko-KR" dirty="0" smtClean="0"/>
              <a:t>) k = 2 </a:t>
            </a:r>
            <a:r>
              <a:rPr lang="ko-KR" altLang="en-US" dirty="0" smtClean="0"/>
              <a:t>일 때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lvl="2" algn="justLow">
              <a:lnSpc>
                <a:spcPct val="80000"/>
              </a:lnSpc>
              <a:buNone/>
            </a:pPr>
            <a:r>
              <a:rPr lang="en-US" altLang="ko-KR" sz="1800" dirty="0" smtClean="0">
                <a:latin typeface="Lucida Console" pitchFamily="49" charset="0"/>
              </a:rPr>
              <a:t>“ab </a:t>
            </a:r>
            <a:r>
              <a:rPr lang="en-US" altLang="ko-KR" sz="1800" dirty="0" err="1" smtClean="0">
                <a:latin typeface="Lucida Console" pitchFamily="49" charset="0"/>
              </a:rPr>
              <a:t>yz</a:t>
            </a:r>
            <a:r>
              <a:rPr lang="en-US" altLang="ko-KR" sz="1800" dirty="0" smtClean="0">
                <a:latin typeface="Lucida Console" pitchFamily="49" charset="0"/>
              </a:rPr>
              <a:t> &amp; AB YZ!”</a:t>
            </a:r>
            <a:endParaRPr lang="en-US" altLang="ko-KR" sz="1800" dirty="0">
              <a:latin typeface="Lucida Console" pitchFamily="49" charset="0"/>
            </a:endParaRPr>
          </a:p>
          <a:p>
            <a:pPr lvl="2" algn="justLow">
              <a:lnSpc>
                <a:spcPct val="80000"/>
              </a:lnSpc>
              <a:buNone/>
            </a:pPr>
            <a:endParaRPr lang="en-US" altLang="ko-KR" sz="1800" dirty="0">
              <a:latin typeface="Lucida Console" pitchFamily="49" charset="0"/>
            </a:endParaRPr>
          </a:p>
          <a:p>
            <a:pPr algn="justLow">
              <a:lnSpc>
                <a:spcPct val="80000"/>
              </a:lnSpc>
              <a:buNone/>
            </a:pPr>
            <a:r>
              <a:rPr lang="ko-KR" altLang="en-US" dirty="0"/>
              <a:t>	</a:t>
            </a:r>
            <a:r>
              <a:rPr lang="ko-KR" altLang="en-US" dirty="0" smtClean="0"/>
              <a:t>               </a:t>
            </a:r>
            <a:r>
              <a:rPr lang="en-US" altLang="ko-KR" dirty="0">
                <a:latin typeface="바탕" panose="02030600000101010101" pitchFamily="18" charset="-127"/>
                <a:ea typeface="바탕" panose="02030600000101010101" pitchFamily="18" charset="-127"/>
                <a:sym typeface="Wingdings" panose="05000000000000000000" pitchFamily="2" charset="2"/>
              </a:rPr>
              <a:t></a:t>
            </a:r>
            <a:endParaRPr lang="ko-KR" altLang="en-US" dirty="0"/>
          </a:p>
          <a:p>
            <a:pPr lvl="2" algn="justLow">
              <a:lnSpc>
                <a:spcPct val="80000"/>
              </a:lnSpc>
              <a:buNone/>
            </a:pPr>
            <a:endParaRPr lang="en-US" altLang="ko-KR" sz="1800" dirty="0">
              <a:latin typeface="Lucida Console" pitchFamily="49" charset="0"/>
            </a:endParaRPr>
          </a:p>
          <a:p>
            <a:pPr lvl="2" algn="justLow">
              <a:lnSpc>
                <a:spcPct val="80000"/>
              </a:lnSpc>
              <a:buNone/>
            </a:pPr>
            <a:r>
              <a:rPr lang="en-US" altLang="ko-KR" sz="1800" dirty="0" smtClean="0">
                <a:latin typeface="Lucida Console" pitchFamily="49" charset="0"/>
              </a:rPr>
              <a:t>“cd ab &amp; CD AB!”</a:t>
            </a:r>
            <a:endParaRPr lang="en-US" altLang="ko-KR" sz="1800" dirty="0">
              <a:latin typeface="Lucida Console" pitchFamily="49" charset="0"/>
            </a:endParaRPr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5132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▶ </a:t>
            </a:r>
            <a:r>
              <a:rPr lang="en-US" altLang="ko-KR" dirty="0"/>
              <a:t>Challenge Problem</a:t>
            </a:r>
            <a:endParaRPr lang="ko-KR" altLang="en-US" dirty="0"/>
          </a:p>
        </p:txBody>
      </p:sp>
      <p:sp>
        <p:nvSpPr>
          <p:cNvPr id="329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앞의 </a:t>
            </a:r>
            <a:r>
              <a:rPr lang="ko-KR" altLang="en-US" sz="2000" dirty="0" err="1" smtClean="0"/>
              <a:t>증분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k </a:t>
            </a:r>
            <a:r>
              <a:rPr lang="ko-KR" altLang="en-US" sz="2000" dirty="0" smtClean="0"/>
              <a:t>암호화 프로그램에서 무작위로 두 개의 문자를 결정하여 그 두 문자를 서로 바꾸어라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단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이 </a:t>
            </a:r>
            <a:r>
              <a:rPr lang="ko-KR" altLang="en-US" sz="2000" dirty="0"/>
              <a:t>때 두문자가 </a:t>
            </a:r>
            <a:r>
              <a:rPr lang="ko-KR" altLang="en-US" sz="2000" b="1" dirty="0"/>
              <a:t>같은 위치가 되지 않도록 </a:t>
            </a:r>
            <a:r>
              <a:rPr lang="ko-KR" altLang="en-US" sz="2000" dirty="0"/>
              <a:t>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무작위로 </a:t>
            </a:r>
            <a:r>
              <a:rPr lang="ko-KR" altLang="en-US" sz="2000" dirty="0"/>
              <a:t>결정하기 위해 </a:t>
            </a:r>
            <a:r>
              <a:rPr lang="en-US" altLang="ko-KR" sz="2000" dirty="0">
                <a:latin typeface="Lucida Console" pitchFamily="49" charset="0"/>
              </a:rPr>
              <a:t>rand()</a:t>
            </a:r>
            <a:r>
              <a:rPr lang="ko-KR" altLang="en-US" sz="2000" dirty="0"/>
              <a:t>와 </a:t>
            </a:r>
            <a:r>
              <a:rPr lang="en-US" altLang="ko-KR" sz="2000" dirty="0" err="1">
                <a:latin typeface="Lucida Console" pitchFamily="49" charset="0"/>
              </a:rPr>
              <a:t>srand</a:t>
            </a:r>
            <a:r>
              <a:rPr lang="en-US" altLang="ko-KR" sz="2000" dirty="0">
                <a:latin typeface="Lucida Console" pitchFamily="49" charset="0"/>
              </a:rPr>
              <a:t>()</a:t>
            </a:r>
            <a:r>
              <a:rPr lang="ko-KR" altLang="en-US" sz="2000" dirty="0"/>
              <a:t>를 </a:t>
            </a:r>
            <a:r>
              <a:rPr lang="ko-KR" altLang="en-US" sz="2000" dirty="0" smtClean="0"/>
              <a:t>활용한다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두 문자를 서로 바꾸기 위해서는 </a:t>
            </a:r>
            <a:r>
              <a:rPr lang="en-US" altLang="ko-KR" sz="2000" dirty="0" err="1" smtClean="0"/>
              <a:t>swap_char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함수를 작성한다</a:t>
            </a:r>
            <a:r>
              <a:rPr lang="en-US" altLang="ko-KR" sz="2000" dirty="0" smtClean="0"/>
              <a:t>.</a:t>
            </a:r>
            <a:endParaRPr lang="en-US" altLang="ko-KR" sz="2000" dirty="0"/>
          </a:p>
          <a:p>
            <a:endParaRPr lang="en-US" altLang="ko-KR" sz="2000" dirty="0"/>
          </a:p>
          <a:p>
            <a:pPr lvl="2" algn="justLow">
              <a:lnSpc>
                <a:spcPct val="80000"/>
              </a:lnSpc>
              <a:buNone/>
            </a:pPr>
            <a:r>
              <a:rPr lang="en-US" altLang="ko-KR" sz="1800" dirty="0">
                <a:latin typeface="Lucida Console" pitchFamily="49" charset="0"/>
              </a:rPr>
              <a:t>"Joy of C </a:t>
            </a:r>
            <a:r>
              <a:rPr lang="en-US" altLang="ko-KR" sz="1800" dirty="0" smtClean="0">
                <a:latin typeface="Lucida Console" pitchFamily="49" charset="0"/>
              </a:rPr>
              <a:t>programming” </a:t>
            </a:r>
            <a:r>
              <a:rPr lang="ko-KR" altLang="en-US" sz="1800" dirty="0" smtClean="0">
                <a:latin typeface="Lucida Console" pitchFamily="49" charset="0"/>
              </a:rPr>
              <a:t>이 </a:t>
            </a:r>
            <a:r>
              <a:rPr lang="en-US" altLang="ko-KR" sz="1800" dirty="0" smtClean="0">
                <a:latin typeface="Lucida Console" pitchFamily="49" charset="0"/>
              </a:rPr>
              <a:t>k=3</a:t>
            </a:r>
            <a:r>
              <a:rPr lang="ko-KR" altLang="en-US" sz="1800" dirty="0" smtClean="0">
                <a:latin typeface="Lucida Console" pitchFamily="49" charset="0"/>
              </a:rPr>
              <a:t>으로</a:t>
            </a:r>
            <a:endParaRPr lang="en-US" altLang="ko-KR" sz="1800" dirty="0">
              <a:latin typeface="Lucida Console" pitchFamily="49" charset="0"/>
            </a:endParaRPr>
          </a:p>
          <a:p>
            <a:pPr algn="justLow">
              <a:lnSpc>
                <a:spcPct val="80000"/>
              </a:lnSpc>
              <a:buNone/>
            </a:pPr>
            <a:endParaRPr lang="en-US" altLang="ko-KR" sz="1800" dirty="0">
              <a:latin typeface="Lucida Console" pitchFamily="49" charset="0"/>
            </a:endParaRPr>
          </a:p>
          <a:p>
            <a:pPr lvl="2" algn="justLow">
              <a:lnSpc>
                <a:spcPct val="80000"/>
              </a:lnSpc>
              <a:buNone/>
            </a:pPr>
            <a:r>
              <a:rPr lang="en-US" altLang="ko-KR" sz="1800" dirty="0">
                <a:latin typeface="Lucida Console" pitchFamily="49" charset="0"/>
              </a:rPr>
              <a:t>"</a:t>
            </a:r>
            <a:r>
              <a:rPr lang="en-US" altLang="ko-KR" sz="1800" dirty="0" err="1">
                <a:latin typeface="Lucida Console" pitchFamily="49" charset="0"/>
              </a:rPr>
              <a:t>Mrb</a:t>
            </a:r>
            <a:r>
              <a:rPr lang="en-US" altLang="ko-KR" sz="1800" dirty="0">
                <a:latin typeface="Lucida Console" pitchFamily="49" charset="0"/>
              </a:rPr>
              <a:t> </a:t>
            </a:r>
            <a:r>
              <a:rPr lang="en-US" altLang="ko-KR" sz="1800" dirty="0" err="1">
                <a:latin typeface="Lucida Console" pitchFamily="49" charset="0"/>
              </a:rPr>
              <a:t>ri</a:t>
            </a:r>
            <a:r>
              <a:rPr lang="en-US" altLang="ko-KR" sz="1800" dirty="0">
                <a:latin typeface="Lucida Console" pitchFamily="49" charset="0"/>
              </a:rPr>
              <a:t> F </a:t>
            </a:r>
            <a:r>
              <a:rPr lang="en-US" altLang="ko-KR" sz="1800" dirty="0" err="1" smtClean="0">
                <a:latin typeface="Lucida Console" pitchFamily="49" charset="0"/>
              </a:rPr>
              <a:t>surjudpplqj</a:t>
            </a:r>
            <a:r>
              <a:rPr lang="en-US" altLang="ko-KR" sz="1800" dirty="0" smtClean="0">
                <a:latin typeface="Lucida Console" pitchFamily="49" charset="0"/>
              </a:rPr>
              <a:t>" </a:t>
            </a:r>
            <a:r>
              <a:rPr lang="ko-KR" altLang="en-US" sz="1800" dirty="0" smtClean="0">
                <a:latin typeface="Lucida Console" pitchFamily="49" charset="0"/>
              </a:rPr>
              <a:t>으로 바뀌었을 때</a:t>
            </a:r>
            <a:endParaRPr lang="en-US" altLang="ko-KR" sz="1800" dirty="0" smtClean="0">
              <a:latin typeface="Lucida Console" pitchFamily="49" charset="0"/>
            </a:endParaRPr>
          </a:p>
          <a:p>
            <a:pPr lvl="2" algn="justLow">
              <a:lnSpc>
                <a:spcPct val="80000"/>
              </a:lnSpc>
              <a:buNone/>
            </a:pPr>
            <a:endParaRPr lang="en-US" altLang="ko-KR" sz="1800" dirty="0">
              <a:latin typeface="Lucida Console" pitchFamily="49" charset="0"/>
            </a:endParaRPr>
          </a:p>
          <a:p>
            <a:pPr lvl="2" algn="justLow">
              <a:lnSpc>
                <a:spcPct val="80000"/>
              </a:lnSpc>
              <a:buNone/>
            </a:pPr>
            <a:r>
              <a:rPr lang="ko-KR" altLang="en-US" sz="1800" dirty="0" smtClean="0">
                <a:latin typeface="Lucida Console" pitchFamily="49" charset="0"/>
              </a:rPr>
              <a:t>무작위로 </a:t>
            </a:r>
            <a:r>
              <a:rPr lang="en-US" altLang="ko-KR" sz="1800" dirty="0" smtClean="0">
                <a:latin typeface="Lucida Console" pitchFamily="49" charset="0"/>
              </a:rPr>
              <a:t>2</a:t>
            </a:r>
            <a:r>
              <a:rPr lang="ko-KR" altLang="en-US" sz="1800" dirty="0" smtClean="0">
                <a:latin typeface="Lucida Console" pitchFamily="49" charset="0"/>
              </a:rPr>
              <a:t>와 </a:t>
            </a:r>
            <a:r>
              <a:rPr lang="en-US" altLang="ko-KR" sz="1800" dirty="0" smtClean="0">
                <a:latin typeface="Lucida Console" pitchFamily="49" charset="0"/>
              </a:rPr>
              <a:t>10</a:t>
            </a:r>
            <a:r>
              <a:rPr lang="ko-KR" altLang="en-US" sz="1800" dirty="0" smtClean="0">
                <a:latin typeface="Lucida Console" pitchFamily="49" charset="0"/>
              </a:rPr>
              <a:t>이 결정된다면 </a:t>
            </a:r>
            <a:r>
              <a:rPr lang="en-US" altLang="ko-KR" sz="1800" dirty="0" smtClean="0">
                <a:latin typeface="Lucida Console" pitchFamily="49" charset="0"/>
              </a:rPr>
              <a:t>3</a:t>
            </a:r>
            <a:r>
              <a:rPr lang="ko-KR" altLang="en-US" sz="1800" dirty="0" smtClean="0">
                <a:latin typeface="Lucida Console" pitchFamily="49" charset="0"/>
              </a:rPr>
              <a:t>번째</a:t>
            </a:r>
            <a:r>
              <a:rPr lang="en-US" altLang="ko-KR" sz="1800" dirty="0" smtClean="0">
                <a:latin typeface="Lucida Console" pitchFamily="49" charset="0"/>
              </a:rPr>
              <a:t>(0</a:t>
            </a:r>
            <a:r>
              <a:rPr lang="ko-KR" altLang="en-US" sz="1800" dirty="0" smtClean="0">
                <a:latin typeface="Lucida Console" pitchFamily="49" charset="0"/>
              </a:rPr>
              <a:t>부터 시작하므로</a:t>
            </a:r>
            <a:r>
              <a:rPr lang="en-US" altLang="ko-KR" sz="1800" dirty="0" smtClean="0">
                <a:latin typeface="Lucida Console" pitchFamily="49" charset="0"/>
              </a:rPr>
              <a:t>)</a:t>
            </a:r>
            <a:r>
              <a:rPr lang="ko-KR" altLang="en-US" sz="1800" dirty="0" smtClean="0">
                <a:latin typeface="Lucida Console" pitchFamily="49" charset="0"/>
              </a:rPr>
              <a:t> 문자 </a:t>
            </a:r>
            <a:r>
              <a:rPr lang="en-US" altLang="ko-KR" sz="1800" dirty="0" smtClean="0">
                <a:latin typeface="Lucida Console" pitchFamily="49" charset="0"/>
              </a:rPr>
              <a:t>‘b’</a:t>
            </a:r>
            <a:r>
              <a:rPr lang="ko-KR" altLang="en-US" sz="1800" dirty="0" smtClean="0">
                <a:latin typeface="Lucida Console" pitchFamily="49" charset="0"/>
              </a:rPr>
              <a:t>와 </a:t>
            </a:r>
            <a:r>
              <a:rPr lang="en-US" altLang="ko-KR" sz="1800" dirty="0" smtClean="0">
                <a:latin typeface="Lucida Console" pitchFamily="49" charset="0"/>
              </a:rPr>
              <a:t>11</a:t>
            </a:r>
            <a:r>
              <a:rPr lang="ko-KR" altLang="en-US" sz="1800" dirty="0" smtClean="0">
                <a:latin typeface="Lucida Console" pitchFamily="49" charset="0"/>
              </a:rPr>
              <a:t>번째 문자 </a:t>
            </a:r>
            <a:r>
              <a:rPr lang="en-US" altLang="ko-KR" sz="1800" dirty="0" smtClean="0">
                <a:latin typeface="Lucida Console" pitchFamily="49" charset="0"/>
              </a:rPr>
              <a:t>‘u’</a:t>
            </a:r>
            <a:r>
              <a:rPr lang="ko-KR" altLang="en-US" sz="1800" dirty="0" smtClean="0">
                <a:latin typeface="Lucida Console" pitchFamily="49" charset="0"/>
              </a:rPr>
              <a:t>가 서로 바뀌어 다음과 같이 된다</a:t>
            </a:r>
            <a:r>
              <a:rPr lang="en-US" altLang="ko-KR" sz="1800" dirty="0" smtClean="0">
                <a:latin typeface="Lucida Console" pitchFamily="49" charset="0"/>
              </a:rPr>
              <a:t>.</a:t>
            </a:r>
          </a:p>
          <a:p>
            <a:pPr lvl="2" algn="justLow">
              <a:lnSpc>
                <a:spcPct val="80000"/>
              </a:lnSpc>
              <a:buNone/>
            </a:pPr>
            <a:endParaRPr lang="en-US" altLang="ko-KR" sz="1800" dirty="0" smtClean="0">
              <a:latin typeface="Lucida Console" pitchFamily="49" charset="0"/>
            </a:endParaRPr>
          </a:p>
          <a:p>
            <a:pPr lvl="2" algn="justLow">
              <a:lnSpc>
                <a:spcPct val="80000"/>
              </a:lnSpc>
              <a:buNone/>
            </a:pPr>
            <a:r>
              <a:rPr lang="en-US" altLang="ko-KR" sz="1800" dirty="0">
                <a:latin typeface="Lucida Console" pitchFamily="49" charset="0"/>
              </a:rPr>
              <a:t>"</a:t>
            </a:r>
            <a:r>
              <a:rPr lang="en-US" altLang="ko-KR" sz="1800" dirty="0" err="1">
                <a:latin typeface="Lucida Console" pitchFamily="49" charset="0"/>
              </a:rPr>
              <a:t>Mru</a:t>
            </a:r>
            <a:r>
              <a:rPr lang="en-US" altLang="ko-KR" sz="1800" dirty="0">
                <a:latin typeface="Lucida Console" pitchFamily="49" charset="0"/>
              </a:rPr>
              <a:t> </a:t>
            </a:r>
            <a:r>
              <a:rPr lang="en-US" altLang="ko-KR" sz="1800" dirty="0" err="1">
                <a:latin typeface="Lucida Console" pitchFamily="49" charset="0"/>
              </a:rPr>
              <a:t>ri</a:t>
            </a:r>
            <a:r>
              <a:rPr lang="en-US" altLang="ko-KR" sz="1800" dirty="0">
                <a:latin typeface="Lucida Console" pitchFamily="49" charset="0"/>
              </a:rPr>
              <a:t> F </a:t>
            </a:r>
            <a:r>
              <a:rPr lang="en-US" altLang="ko-KR" sz="1800" dirty="0" err="1">
                <a:latin typeface="Lucida Console" pitchFamily="49" charset="0"/>
              </a:rPr>
              <a:t>sbrjudpplqj</a:t>
            </a:r>
            <a:r>
              <a:rPr lang="en-US" altLang="ko-KR" sz="1800" dirty="0" smtClean="0">
                <a:latin typeface="Lucida Console" pitchFamily="49" charset="0"/>
              </a:rPr>
              <a:t>"</a:t>
            </a:r>
            <a:endParaRPr lang="en-US" altLang="ko-KR" sz="1800" dirty="0">
              <a:latin typeface="Lucida Console" pitchFamily="49" charset="0"/>
            </a:endParaRPr>
          </a:p>
          <a:p>
            <a:pPr lvl="2">
              <a:buFont typeface="Wingdings" pitchFamily="2" charset="2"/>
              <a:buNone/>
            </a:pPr>
            <a:endParaRPr lang="en-US" altLang="ko-KR" sz="1600" dirty="0">
              <a:latin typeface="Lucida Console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ko-KR" altLang="en-US" sz="2000" dirty="0" smtClean="0"/>
              <a:t>	두 문자가 같은 위치가 되지 않도록 한다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예를 들어 첫 번째 무작위 숫자가 </a:t>
            </a:r>
            <a:r>
              <a:rPr lang="en-US" altLang="ko-KR" sz="2000" dirty="0" smtClean="0"/>
              <a:t>2</a:t>
            </a:r>
            <a:r>
              <a:rPr lang="ko-KR" altLang="en-US" sz="2000" dirty="0" smtClean="0"/>
              <a:t>가 되고 두 번째도 </a:t>
            </a:r>
            <a:r>
              <a:rPr lang="en-US" altLang="ko-KR" sz="2000" dirty="0" smtClean="0"/>
              <a:t>2</a:t>
            </a:r>
            <a:r>
              <a:rPr lang="ko-KR" altLang="en-US" sz="2000" dirty="0" smtClean="0"/>
              <a:t>가 되면 두 번째 무작위 숫자가 </a:t>
            </a:r>
            <a:r>
              <a:rPr lang="en-US" altLang="ko-KR" sz="2000" dirty="0" smtClean="0"/>
              <a:t>2</a:t>
            </a:r>
            <a:r>
              <a:rPr lang="ko-KR" altLang="en-US" sz="2000" dirty="0" smtClean="0"/>
              <a:t>가 아닐 때까지 새로 생성한다</a:t>
            </a:r>
            <a:r>
              <a:rPr lang="en-US" altLang="ko-KR" sz="2000" dirty="0" smtClean="0"/>
              <a:t>.</a:t>
            </a:r>
            <a:endParaRPr lang="en-US" altLang="ko-KR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33266C-628F-425F-9819-6D1FDD243D75}" type="slidenum">
              <a:rPr lang="ko-KR" altLang="en-US"/>
              <a:pPr/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42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모자이크">
  <a:themeElements>
    <a:clrScheme name="2_모자이크 9">
      <a:dk1>
        <a:srgbClr val="000000"/>
      </a:dk1>
      <a:lt1>
        <a:srgbClr val="FFFFFF"/>
      </a:lt1>
      <a:dk2>
        <a:srgbClr val="000000"/>
      </a:dk2>
      <a:lt2>
        <a:srgbClr val="440044"/>
      </a:lt2>
      <a:accent1>
        <a:srgbClr val="FFCCCC"/>
      </a:accent1>
      <a:accent2>
        <a:srgbClr val="790571"/>
      </a:accent2>
      <a:accent3>
        <a:srgbClr val="FFFFFF"/>
      </a:accent3>
      <a:accent4>
        <a:srgbClr val="000000"/>
      </a:accent4>
      <a:accent5>
        <a:srgbClr val="FFE2E2"/>
      </a:accent5>
      <a:accent6>
        <a:srgbClr val="6D0466"/>
      </a:accent6>
      <a:hlink>
        <a:srgbClr val="993366"/>
      </a:hlink>
      <a:folHlink>
        <a:srgbClr val="9F839F"/>
      </a:folHlink>
    </a:clrScheme>
    <a:fontScheme name="2_모자이크">
      <a:majorFont>
        <a:latin typeface="Tahoma"/>
        <a:ea typeface="굴림"/>
        <a:cs typeface="Tahoma"/>
      </a:majorFont>
      <a:minorFont>
        <a:latin typeface="Tahoma"/>
        <a:ea typeface="굴림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Console" pitchFamily="49" charset="0"/>
            <a:ea typeface="굴림" charset="-127"/>
            <a:cs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Console" pitchFamily="49" charset="0"/>
            <a:ea typeface="굴림" charset="-127"/>
            <a:cs typeface="Tahoma" pitchFamily="34" charset="0"/>
          </a:defRPr>
        </a:defPPr>
      </a:lstStyle>
    </a:lnDef>
  </a:objectDefaults>
  <a:extraClrSchemeLst>
    <a:extraClrScheme>
      <a:clrScheme name="2_모자이크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모자이크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모자이크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모자이크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모자이크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모자이크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모자이크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모자이크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모자이크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모자이크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모자이크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모자이크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c02_pointer</Template>
  <TotalTime>2326</TotalTime>
  <Words>216</Words>
  <Application>Microsoft Office PowerPoint</Application>
  <PresentationFormat>화면 슬라이드 쇼(4:3)</PresentationFormat>
  <Paragraphs>42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3" baseType="lpstr">
      <vt:lpstr>굴림</vt:lpstr>
      <vt:lpstr>맑은 고딕</vt:lpstr>
      <vt:lpstr>바탕</vt:lpstr>
      <vt:lpstr>Arial</vt:lpstr>
      <vt:lpstr>Lucida Console</vt:lpstr>
      <vt:lpstr>Tahoma</vt:lpstr>
      <vt:lpstr>Times New Roman</vt:lpstr>
      <vt:lpstr>Wingdings</vt:lpstr>
      <vt:lpstr>2_모자이크</vt:lpstr>
      <vt:lpstr>Programming  - Practice 03</vt:lpstr>
      <vt:lpstr>▶ Displacement k</vt:lpstr>
      <vt:lpstr>▶ Displacement k</vt:lpstr>
      <vt:lpstr>▶ Challenge Problem</vt:lpstr>
    </vt:vector>
  </TitlesOfParts>
  <Company>R&amp;D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Lee ChangHa</cp:lastModifiedBy>
  <cp:revision>52</cp:revision>
  <cp:lastPrinted>2018-09-11T16:47:24Z</cp:lastPrinted>
  <dcterms:created xsi:type="dcterms:W3CDTF">2006-10-05T04:04:58Z</dcterms:created>
  <dcterms:modified xsi:type="dcterms:W3CDTF">2019-09-10T04:21:03Z</dcterms:modified>
</cp:coreProperties>
</file>